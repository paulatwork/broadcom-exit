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id="2147482687" r:id="rId2"/>
  </p:sldIdLst>
  <p:sldSz cx="12192000" cy="6858000"/>
  <p:notesSz cx="6858000" cy="9144000"/>
  <p:embeddedFontLst>
    <p:embeddedFont>
      <p:font typeface="IBM Plex Sans" panose="020B0503050203000203" pitchFamily="34" charset="0"/>
      <p:regular r:id="rId5"/>
      <p:bold r:id="rId6"/>
      <p:italic r:id="rId7"/>
      <p:boldItalic r:id="rId8"/>
    </p:embeddedFont>
    <p:embeddedFont>
      <p:font typeface="IBM Plex Sans Light" panose="020B0403050203000203" pitchFamily="34" charset="0"/>
      <p:regular r:id="rId9"/>
      <p:italic r:id="rId10"/>
    </p:embeddedFont>
    <p:embeddedFont>
      <p:font typeface="IBM Plex Serif" panose="02060503050406000203" pitchFamily="18" charset="0"/>
      <p:regular r:id="rId11"/>
      <p:bold r:id="rId12"/>
      <p:italic r:id="rId13"/>
      <p:boldItalic r:id="rId14"/>
    </p:embeddedFont>
    <p:embeddedFont>
      <p:font typeface="IBM Plex Serif Light" panose="02060403050406000203" pitchFamily="18" charset="0"/>
      <p:regular r:id="rId15"/>
      <p:italic r:id="rId16"/>
    </p:embeddedFont>
  </p:embeddedFontLst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IBM Plex Sans Light" panose="020B040305020300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" lastIdx="26" clrIdx="0"/>
  <p:cmAuthor id="2" name="Liz Sadler" initials="" lastIdx="3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C69"/>
    <a:srgbClr val="F1FFF1"/>
    <a:srgbClr val="BBC7E1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86" autoAdjust="0"/>
    <p:restoredTop sz="92724" autoAdjust="0"/>
  </p:normalViewPr>
  <p:slideViewPr>
    <p:cSldViewPr snapToGrid="0" snapToObjects="1">
      <p:cViewPr>
        <p:scale>
          <a:sx n="205" d="100"/>
          <a:sy n="205" d="100"/>
        </p:scale>
        <p:origin x="-24" y="-16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7F7B4-1AE8-F636-0E32-7C41C8D37A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19075" y="8705850"/>
            <a:ext cx="33813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defTabSz="914507" eaLnBrk="1" fontAlgn="auto" hangingPunct="1">
              <a:spcBef>
                <a:spcPts val="0"/>
              </a:spcBef>
              <a:spcAft>
                <a:spcPts val="0"/>
              </a:spcAft>
              <a:defRPr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defRPr>
            </a:lvl1pPr>
          </a:lstStyle>
          <a:p>
            <a:pPr>
              <a:defRPr/>
            </a:pPr>
            <a:fld id="{3894DE41-735F-6B42-8932-273A328451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F782A-DC7F-CF42-1595-6BB338E48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630238" y="8705850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defTabSz="914507" eaLnBrk="1" fontAlgn="auto" hangingPunct="1">
              <a:spcBef>
                <a:spcPts val="0"/>
              </a:spcBef>
              <a:spcAft>
                <a:spcPts val="0"/>
              </a:spcAft>
              <a:defRPr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defRPr>
            </a:lvl1pPr>
          </a:lstStyle>
          <a:p>
            <a:pPr>
              <a:defRPr/>
            </a:pPr>
            <a:r>
              <a:rPr lang="en-US"/>
              <a:t>Group Name / DOC ID / Month XX, 2023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121696-BD42-51AC-F218-01B66DFF3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6375" y="228600"/>
            <a:ext cx="6419850" cy="3611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2D49D539-153C-DF40-4762-7A34F8D85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375" y="4087813"/>
            <a:ext cx="6419850" cy="431958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18A16-9BFC-B5D1-A98B-AE018DE81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00788" y="8705850"/>
            <a:ext cx="338137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defTabSz="914507" eaLnBrk="1" fontAlgn="auto" hangingPunct="1">
              <a:spcBef>
                <a:spcPts val="0"/>
              </a:spcBef>
              <a:spcAft>
                <a:spcPts val="0"/>
              </a:spcAft>
              <a:defRPr sz="600" b="0" i="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pPr>
              <a:defRPr/>
            </a:pPr>
            <a:fld id="{B6CA538E-66B9-B64E-8DFE-7CF5F50561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DDA5D-5EF4-148F-B1D1-712FD99863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219075" y="8705850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defTabSz="914507" eaLnBrk="1" fontAlgn="auto" hangingPunct="1">
              <a:spcBef>
                <a:spcPts val="0"/>
              </a:spcBef>
              <a:spcAft>
                <a:spcPts val="0"/>
              </a:spcAft>
              <a:defRPr sz="600" b="0" i="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1217613" rtl="0" fontAlgn="base">
      <a:lnSpc>
        <a:spcPct val="110000"/>
      </a:lnSpc>
      <a:spcBef>
        <a:spcPct val="0"/>
      </a:spcBef>
      <a:spcAft>
        <a:spcPct val="0"/>
      </a:spcAft>
      <a:defRPr sz="500" kern="1200">
        <a:solidFill>
          <a:schemeClr val="bg1"/>
        </a:solidFill>
        <a:latin typeface="IBM Plex Sans Light" panose="020B0403050203000203" pitchFamily="34" charset="0"/>
        <a:ea typeface="+mn-ea"/>
        <a:cs typeface="+mn-cs"/>
      </a:defRPr>
    </a:lvl1pPr>
    <a:lvl2pPr marL="231775" indent="-225425" algn="l" defTabSz="1217613" rtl="0" fontAlgn="base">
      <a:lnSpc>
        <a:spcPct val="110000"/>
      </a:lnSpc>
      <a:spcBef>
        <a:spcPct val="0"/>
      </a:spcBef>
      <a:spcAft>
        <a:spcPct val="0"/>
      </a:spcAft>
      <a:buClr>
        <a:schemeClr val="bg1"/>
      </a:buClr>
      <a:buFont typeface="Arial" panose="020B0604020202020204" pitchFamily="34" charset="0"/>
      <a:buChar char="•"/>
      <a:defRPr sz="500" kern="1200">
        <a:solidFill>
          <a:schemeClr val="bg1"/>
        </a:solidFill>
        <a:latin typeface="IBM Plex Sans Light" panose="020B0403050203000203" pitchFamily="34" charset="0"/>
        <a:ea typeface="+mn-ea"/>
        <a:cs typeface="+mn-cs"/>
      </a:defRPr>
    </a:lvl2pPr>
    <a:lvl3pPr marL="461963" indent="-230188" algn="l" defTabSz="1217613" rtl="0" fontAlgn="base">
      <a:lnSpc>
        <a:spcPct val="110000"/>
      </a:lnSpc>
      <a:spcBef>
        <a:spcPct val="0"/>
      </a:spcBef>
      <a:spcAft>
        <a:spcPct val="0"/>
      </a:spcAft>
      <a:buClr>
        <a:schemeClr val="bg1"/>
      </a:buClr>
      <a:buFont typeface="Arial" panose="020B0604020202020204" pitchFamily="34" charset="0"/>
      <a:buChar char="•"/>
      <a:defRPr sz="500" kern="1200">
        <a:solidFill>
          <a:schemeClr val="bg1"/>
        </a:solidFill>
        <a:latin typeface="IBM Plex Sans Light" panose="020B0403050203000203" pitchFamily="34" charset="0"/>
        <a:ea typeface="+mn-ea"/>
        <a:cs typeface="+mn-cs"/>
      </a:defRPr>
    </a:lvl3pPr>
    <a:lvl4pPr marL="839788" indent="-230188" algn="l" defTabSz="1217613" rtl="0" fontAlgn="base">
      <a:lnSpc>
        <a:spcPct val="110000"/>
      </a:lnSpc>
      <a:spcBef>
        <a:spcPct val="0"/>
      </a:spcBef>
      <a:spcAft>
        <a:spcPct val="0"/>
      </a:spcAft>
      <a:buClr>
        <a:schemeClr val="bg1"/>
      </a:buClr>
      <a:buFont typeface="Arial" panose="020B0604020202020204" pitchFamily="34" charset="0"/>
      <a:buChar char="•"/>
      <a:defRPr sz="500" kern="1200">
        <a:solidFill>
          <a:schemeClr val="bg1"/>
        </a:solidFill>
        <a:latin typeface="IBM Plex Sans Light" panose="020B0403050203000203" pitchFamily="34" charset="0"/>
        <a:ea typeface="+mn-ea"/>
        <a:cs typeface="+mn-cs"/>
      </a:defRPr>
    </a:lvl4pPr>
    <a:lvl5pPr marL="231775" indent="-225425" algn="l" defTabSz="1217613" rtl="0" fontAlgn="base">
      <a:spcBef>
        <a:spcPts val="800"/>
      </a:spcBef>
      <a:spcAft>
        <a:spcPct val="0"/>
      </a:spcAft>
      <a:buClr>
        <a:srgbClr val="000000"/>
      </a:buClr>
      <a:buFont typeface="IBM Plex Sans Light" panose="020B0403050203000203" pitchFamily="34" charset="0"/>
      <a:buChar char="»"/>
      <a:defRPr sz="100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3047543" algn="l" defTabSz="12190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051" algn="l" defTabSz="12190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0" algn="l" defTabSz="12190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069" algn="l" defTabSz="121901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IT_Pag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704DA0-1C0A-9188-63E7-39D964EF3DC1}"/>
              </a:ext>
            </a:extLst>
          </p:cNvPr>
          <p:cNvSpPr/>
          <p:nvPr userDrawn="1"/>
        </p:nvSpPr>
        <p:spPr bwMode="auto">
          <a:xfrm>
            <a:off x="9052502" y="3429001"/>
            <a:ext cx="2895600" cy="3157602"/>
          </a:xfrm>
          <a:prstGeom prst="roundRect">
            <a:avLst>
              <a:gd name="adj" fmla="val 6689"/>
            </a:avLst>
          </a:prstGeom>
          <a:gradFill>
            <a:gsLst>
              <a:gs pos="0">
                <a:srgbClr val="EDF5FF"/>
              </a:gs>
              <a:gs pos="50000">
                <a:srgbClr val="EDF5FF"/>
              </a:gs>
              <a:gs pos="99000">
                <a:schemeClr val="bg1"/>
              </a:gs>
            </a:gsLst>
            <a:lin ang="2700000" scaled="1"/>
          </a:gradFill>
          <a:ln w="381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A80147F-3265-6088-BEFB-8F9EC1F5E6FF}"/>
              </a:ext>
            </a:extLst>
          </p:cNvPr>
          <p:cNvSpPr/>
          <p:nvPr userDrawn="1"/>
        </p:nvSpPr>
        <p:spPr bwMode="auto">
          <a:xfrm>
            <a:off x="9032521" y="192446"/>
            <a:ext cx="2895600" cy="3058754"/>
          </a:xfrm>
          <a:prstGeom prst="roundRect">
            <a:avLst>
              <a:gd name="adj" fmla="val 7108"/>
            </a:avLst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48578C-E7DD-4F0F-0EB4-393687F10D58}"/>
              </a:ext>
            </a:extLst>
          </p:cNvPr>
          <p:cNvSpPr/>
          <p:nvPr userDrawn="1"/>
        </p:nvSpPr>
        <p:spPr bwMode="auto">
          <a:xfrm>
            <a:off x="3024153" y="3429001"/>
            <a:ext cx="5909774" cy="3157602"/>
          </a:xfrm>
          <a:prstGeom prst="roundRect">
            <a:avLst>
              <a:gd name="adj" fmla="val 4526"/>
            </a:avLst>
          </a:prstGeom>
          <a:gradFill>
            <a:gsLst>
              <a:gs pos="0">
                <a:srgbClr val="EDF5FF"/>
              </a:gs>
              <a:gs pos="50000">
                <a:srgbClr val="EDF5FF"/>
              </a:gs>
              <a:gs pos="99000">
                <a:schemeClr val="bg1"/>
              </a:gs>
            </a:gsLst>
            <a:lin ang="2700000" scaled="1"/>
          </a:gradFill>
          <a:ln w="381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9126C8E-27B6-4E8E-FCD0-0B44D03DDCEB}"/>
              </a:ext>
            </a:extLst>
          </p:cNvPr>
          <p:cNvSpPr/>
          <p:nvPr userDrawn="1"/>
        </p:nvSpPr>
        <p:spPr bwMode="auto">
          <a:xfrm>
            <a:off x="3024154" y="192446"/>
            <a:ext cx="5909774" cy="3058754"/>
          </a:xfrm>
          <a:prstGeom prst="roundRect">
            <a:avLst>
              <a:gd name="adj" fmla="val 5778"/>
            </a:avLst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2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E3635D-DF37-1C29-59AB-0F2A313350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13" y="259381"/>
            <a:ext cx="419487" cy="4194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62C8B9-A5DD-4AB5-514C-0510B82D7E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846" y="283688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EF0C97C-DC73-DD41-1C4A-B5A6563FC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12" y="3503748"/>
            <a:ext cx="406400" cy="406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D7C8DB6-409F-E124-FBE2-CC101C7F30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4" y="3503748"/>
            <a:ext cx="406400" cy="406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4829EAE-9D74-9D9A-36D6-E62D9B13462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846" y="3503748"/>
            <a:ext cx="406400" cy="406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B2004DF-07EB-2621-5F71-050BD696C878}"/>
              </a:ext>
            </a:extLst>
          </p:cNvPr>
          <p:cNvSpPr txBox="1"/>
          <p:nvPr userDrawn="1"/>
        </p:nvSpPr>
        <p:spPr>
          <a:xfrm>
            <a:off x="3752967" y="271750"/>
            <a:ext cx="5002626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noAutofit/>
          </a:bodyPr>
          <a:lstStyle/>
          <a:p>
            <a:r>
              <a:rPr lang="en-AU" sz="1100" b="0" i="0" dirty="0">
                <a:solidFill>
                  <a:schemeClr val="tx1"/>
                </a:solidFill>
                <a:latin typeface="IBM Plex Sans Light" panose="020B0403050203000203" pitchFamily="34" charset="0"/>
              </a:rPr>
              <a:t>Description &amp; Key Features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ECDFE6-CDB1-14F4-98DC-DE3F15AB703D}"/>
              </a:ext>
            </a:extLst>
          </p:cNvPr>
          <p:cNvSpPr txBox="1"/>
          <p:nvPr userDrawn="1"/>
        </p:nvSpPr>
        <p:spPr>
          <a:xfrm>
            <a:off x="9663170" y="271750"/>
            <a:ext cx="2205131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noAutofit/>
          </a:bodyPr>
          <a:lstStyle/>
          <a:p>
            <a:r>
              <a:rPr lang="en-AU" sz="1100" b="0" i="0" dirty="0">
                <a:solidFill>
                  <a:schemeClr val="tx1"/>
                </a:solidFill>
                <a:latin typeface="IBM Plex Sans Light" panose="020B0403050203000203" pitchFamily="34" charset="0"/>
              </a:rPr>
              <a:t>Cautions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4B4ECC-6124-B501-B229-9CAFB158E2DA}"/>
              </a:ext>
            </a:extLst>
          </p:cNvPr>
          <p:cNvSpPr txBox="1"/>
          <p:nvPr userDrawn="1"/>
        </p:nvSpPr>
        <p:spPr>
          <a:xfrm>
            <a:off x="3752967" y="3503436"/>
            <a:ext cx="5002626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AU" sz="1100" b="0" i="0" dirty="0">
                <a:solidFill>
                  <a:schemeClr val="accent1"/>
                </a:solidFill>
                <a:latin typeface="IBM Plex Sans Light" panose="020B0403050203000203" pitchFamily="34" charset="0"/>
              </a:rPr>
              <a:t>IBM Product Description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56907C-2E9A-2A92-198F-1390FA12CECC}"/>
              </a:ext>
            </a:extLst>
          </p:cNvPr>
          <p:cNvSpPr txBox="1"/>
          <p:nvPr userDrawn="1"/>
        </p:nvSpPr>
        <p:spPr>
          <a:xfrm>
            <a:off x="629323" y="3706357"/>
            <a:ext cx="2085420" cy="20379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AU" sz="1100" dirty="0">
                <a:solidFill>
                  <a:schemeClr val="accent1"/>
                </a:solidFill>
              </a:rPr>
              <a:t>Alternative Product Options ..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EAE338-9388-80D8-CA5D-B947708F270E}"/>
              </a:ext>
            </a:extLst>
          </p:cNvPr>
          <p:cNvSpPr txBox="1"/>
          <p:nvPr userDrawn="1"/>
        </p:nvSpPr>
        <p:spPr>
          <a:xfrm>
            <a:off x="9662810" y="3503436"/>
            <a:ext cx="2187492" cy="36933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AU" sz="1100" b="0" i="0" dirty="0">
                <a:solidFill>
                  <a:schemeClr val="accent1"/>
                </a:solidFill>
                <a:latin typeface="IBM Plex Sans Light" panose="020B0403050203000203" pitchFamily="34" charset="0"/>
              </a:rPr>
              <a:t>Migration Benefits</a:t>
            </a:r>
          </a:p>
        </p:txBody>
      </p:sp>
      <p:sp>
        <p:nvSpPr>
          <p:cNvPr id="20" name="Analyst_Cautions">
            <a:extLst>
              <a:ext uri="{FF2B5EF4-FFF2-40B4-BE49-F238E27FC236}">
                <a16:creationId xmlns:a16="http://schemas.microsoft.com/office/drawing/2014/main" id="{BBBAD2F9-FA98-C593-6BC2-F248907A6B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68302" y="873154"/>
            <a:ext cx="2700000" cy="220355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/>
            </a:lvl1pPr>
            <a:lvl2pPr>
              <a:spcBef>
                <a:spcPts val="0"/>
              </a:spcBef>
              <a:spcAft>
                <a:spcPts val="300"/>
              </a:spcAft>
              <a:defRPr sz="800"/>
            </a:lvl2pPr>
            <a:lvl3pPr>
              <a:spcBef>
                <a:spcPts val="0"/>
              </a:spcBef>
              <a:spcAft>
                <a:spcPts val="300"/>
              </a:spcAft>
              <a:defRPr sz="800"/>
            </a:lvl3pPr>
            <a:lvl4pPr>
              <a:spcBef>
                <a:spcPts val="0"/>
              </a:spcBef>
              <a:spcAft>
                <a:spcPts val="300"/>
              </a:spcAft>
              <a:defRPr sz="800"/>
            </a:lvl4pPr>
            <a:lvl5pPr>
              <a:spcBef>
                <a:spcPts val="0"/>
              </a:spcBef>
              <a:spcAft>
                <a:spcPts val="300"/>
              </a:spcAft>
              <a:defRPr sz="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859A2A4-5BB3-2FF7-FF22-3081D70049D6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 anchor="ctr"/>
          <a:lstStyle>
            <a:lvl1pPr algn="r">
              <a:defRPr sz="800" b="0" i="0" smtClean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pPr>
              <a:defRPr/>
            </a:pPr>
            <a:fld id="{71339C76-A405-7247-9CA5-E22F5541BAE5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A5F05-D41E-BF08-2EE1-34CD9E660A2B}"/>
              </a:ext>
            </a:extLst>
          </p:cNvPr>
          <p:cNvSpPr txBox="1"/>
          <p:nvPr userDrawn="1"/>
        </p:nvSpPr>
        <p:spPr>
          <a:xfrm>
            <a:off x="629323" y="2655501"/>
            <a:ext cx="2072670" cy="17344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r>
              <a:rPr lang="en-AU" sz="800" b="0" i="0" dirty="0">
                <a:solidFill>
                  <a:schemeClr val="accent2"/>
                </a:solidFill>
                <a:latin typeface="IBM Plex Serif Light" panose="02060403050406000203" pitchFamily="18" charset="0"/>
              </a:rPr>
              <a:t>Replacement Opportunity:</a:t>
            </a:r>
          </a:p>
        </p:txBody>
      </p:sp>
      <p:sp>
        <p:nvSpPr>
          <p:cNvPr id="8" name="TextHold2nd">
            <a:extLst>
              <a:ext uri="{FF2B5EF4-FFF2-40B4-BE49-F238E27FC236}">
                <a16:creationId xmlns:a16="http://schemas.microsoft.com/office/drawing/2014/main" id="{474FB4BD-FD64-E5BD-DBAD-0D2EFF30C39B}"/>
              </a:ext>
            </a:extLst>
          </p:cNvPr>
          <p:cNvSpPr txBox="1"/>
          <p:nvPr userDrawn="1"/>
        </p:nvSpPr>
        <p:spPr>
          <a:xfrm>
            <a:off x="629323" y="5306052"/>
            <a:ext cx="2085419" cy="20379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AU" sz="1100" dirty="0">
                <a:solidFill>
                  <a:schemeClr val="accent1"/>
                </a:solidFill>
              </a:rPr>
              <a:t>Complimentary products ..</a:t>
            </a:r>
          </a:p>
        </p:txBody>
      </p:sp>
      <p:sp>
        <p:nvSpPr>
          <p:cNvPr id="7" name="IBM_SECONDARY_Product_Name">
            <a:extLst>
              <a:ext uri="{FF2B5EF4-FFF2-40B4-BE49-F238E27FC236}">
                <a16:creationId xmlns:a16="http://schemas.microsoft.com/office/drawing/2014/main" id="{91CE80F5-804F-84A3-D97E-386E5F7FAB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9323" y="5574936"/>
            <a:ext cx="2064205" cy="722965"/>
          </a:xfrm>
        </p:spPr>
        <p:txBody>
          <a:bodyPr/>
          <a:lstStyle>
            <a:lvl1pPr>
              <a:defRPr sz="1200" b="1" i="0">
                <a:solidFill>
                  <a:schemeClr val="accent1"/>
                </a:solidFill>
                <a:latin typeface="IBM Plex Serif" panose="02060503050406000203" pitchFamily="18" charset="0"/>
              </a:defRPr>
            </a:lvl1pPr>
            <a:lvl2pPr>
              <a:defRPr b="0" i="0">
                <a:latin typeface="IBM Plex Serif Light" panose="02060403050406000203" pitchFamily="18" charset="0"/>
              </a:defRPr>
            </a:lvl2pPr>
            <a:lvl3pPr>
              <a:defRPr b="0" i="0">
                <a:latin typeface="IBM Plex Serif Light" panose="02060403050406000203" pitchFamily="18" charset="0"/>
              </a:defRPr>
            </a:lvl3pPr>
            <a:lvl4pPr>
              <a:defRPr b="0" i="0">
                <a:latin typeface="IBM Plex Serif Light" panose="02060403050406000203" pitchFamily="18" charset="0"/>
              </a:defRPr>
            </a:lvl4pPr>
            <a:lvl5pPr>
              <a:defRPr b="0" i="0">
                <a:latin typeface="IBM Plex Serif Light" panose="02060403050406000203" pitchFamily="18" charset="0"/>
              </a:defRPr>
            </a:lvl5pPr>
          </a:lstStyle>
          <a:p>
            <a:pPr lvl="0"/>
            <a:r>
              <a:rPr lang="en-GB" dirty="0"/>
              <a:t>Product name</a:t>
            </a:r>
            <a:endParaRPr lang="en-AU" dirty="0"/>
          </a:p>
        </p:txBody>
      </p:sp>
      <p:sp>
        <p:nvSpPr>
          <p:cNvPr id="21" name="IBM_PRIMARY_IBM_Product_Page_URL">
            <a:extLst>
              <a:ext uri="{FF2B5EF4-FFF2-40B4-BE49-F238E27FC236}">
                <a16:creationId xmlns:a16="http://schemas.microsoft.com/office/drawing/2014/main" id="{00310B17-6D6E-D870-9773-D6E7F339A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9323" y="4886612"/>
            <a:ext cx="2085419" cy="300168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6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300"/>
              </a:spcAft>
              <a:defRPr sz="800"/>
            </a:lvl2pPr>
            <a:lvl3pPr>
              <a:spcBef>
                <a:spcPts val="0"/>
              </a:spcBef>
              <a:spcAft>
                <a:spcPts val="300"/>
              </a:spcAft>
              <a:defRPr sz="800"/>
            </a:lvl3pPr>
            <a:lvl4pPr>
              <a:spcBef>
                <a:spcPts val="0"/>
              </a:spcBef>
              <a:spcAft>
                <a:spcPts val="300"/>
              </a:spcAft>
              <a:defRPr sz="800"/>
            </a:lvl4pPr>
            <a:lvl5pPr>
              <a:spcBef>
                <a:spcPts val="0"/>
              </a:spcBef>
              <a:spcAft>
                <a:spcPts val="300"/>
              </a:spcAft>
              <a:defRPr sz="800"/>
            </a:lvl5pPr>
          </a:lstStyle>
          <a:p>
            <a:pPr lvl="0"/>
            <a:r>
              <a:rPr lang="en-GB" dirty="0"/>
              <a:t>URL ..</a:t>
            </a:r>
          </a:p>
        </p:txBody>
      </p:sp>
      <p:sp>
        <p:nvSpPr>
          <p:cNvPr id="19" name="IBM_PRIMARY_Product_Description">
            <a:extLst>
              <a:ext uri="{FF2B5EF4-FFF2-40B4-BE49-F238E27FC236}">
                <a16:creationId xmlns:a16="http://schemas.microsoft.com/office/drawing/2014/main" id="{53CC1B45-079C-76CB-E229-A9F283EC6F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70714" y="3993900"/>
            <a:ext cx="5584879" cy="238784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/>
            </a:lvl1pPr>
            <a:lvl2pPr>
              <a:spcBef>
                <a:spcPts val="0"/>
              </a:spcBef>
              <a:spcAft>
                <a:spcPts val="300"/>
              </a:spcAft>
              <a:defRPr sz="800"/>
            </a:lvl2pPr>
            <a:lvl3pPr>
              <a:spcBef>
                <a:spcPts val="0"/>
              </a:spcBef>
              <a:spcAft>
                <a:spcPts val="300"/>
              </a:spcAft>
              <a:defRPr sz="800"/>
            </a:lvl3pPr>
            <a:lvl4pPr>
              <a:spcBef>
                <a:spcPts val="0"/>
              </a:spcBef>
              <a:spcAft>
                <a:spcPts val="300"/>
              </a:spcAft>
              <a:defRPr sz="800"/>
            </a:lvl4pPr>
            <a:lvl5pPr>
              <a:spcBef>
                <a:spcPts val="0"/>
              </a:spcBef>
              <a:spcAft>
                <a:spcPts val="300"/>
              </a:spcAft>
              <a:defRPr sz="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39" name="IBM_PRIMARY_Product_Name">
            <a:extLst>
              <a:ext uri="{FF2B5EF4-FFF2-40B4-BE49-F238E27FC236}">
                <a16:creationId xmlns:a16="http://schemas.microsoft.com/office/drawing/2014/main" id="{740B10DD-9E33-EFBC-8D41-BDFF00CFE2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323" y="3988204"/>
            <a:ext cx="2064205" cy="722965"/>
          </a:xfrm>
        </p:spPr>
        <p:txBody>
          <a:bodyPr/>
          <a:lstStyle>
            <a:lvl1pPr>
              <a:defRPr sz="1600" b="1" i="0">
                <a:solidFill>
                  <a:schemeClr val="accent1"/>
                </a:solidFill>
                <a:latin typeface="IBM Plex Serif" panose="02060503050406000203" pitchFamily="18" charset="0"/>
              </a:defRPr>
            </a:lvl1pPr>
            <a:lvl2pPr>
              <a:defRPr b="0" i="0">
                <a:latin typeface="IBM Plex Serif Light" panose="02060403050406000203" pitchFamily="18" charset="0"/>
              </a:defRPr>
            </a:lvl2pPr>
            <a:lvl3pPr>
              <a:defRPr b="0" i="0">
                <a:latin typeface="IBM Plex Serif Light" panose="02060403050406000203" pitchFamily="18" charset="0"/>
              </a:defRPr>
            </a:lvl3pPr>
            <a:lvl4pPr>
              <a:defRPr b="0" i="0">
                <a:latin typeface="IBM Plex Serif Light" panose="02060403050406000203" pitchFamily="18" charset="0"/>
              </a:defRPr>
            </a:lvl4pPr>
            <a:lvl5pPr>
              <a:defRPr b="0" i="0">
                <a:latin typeface="IBM Plex Serif Light" panose="02060403050406000203" pitchFamily="18" charset="0"/>
              </a:defRPr>
            </a:lvl5pPr>
          </a:lstStyle>
          <a:p>
            <a:pPr lvl="0"/>
            <a:r>
              <a:rPr lang="en-GB" dirty="0"/>
              <a:t>Product name</a:t>
            </a:r>
            <a:endParaRPr lang="en-AU" dirty="0"/>
          </a:p>
        </p:txBody>
      </p:sp>
      <p:sp>
        <p:nvSpPr>
          <p:cNvPr id="23" name="IBM_Replacement_Strategy">
            <a:extLst>
              <a:ext uri="{FF2B5EF4-FFF2-40B4-BE49-F238E27FC236}">
                <a16:creationId xmlns:a16="http://schemas.microsoft.com/office/drawing/2014/main" id="{891EF30F-4DD3-27D1-0F17-A9752CB7ED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0302" y="3993901"/>
            <a:ext cx="2700000" cy="2387848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/>
            </a:lvl1pPr>
            <a:lvl2pPr>
              <a:spcBef>
                <a:spcPts val="0"/>
              </a:spcBef>
              <a:spcAft>
                <a:spcPts val="300"/>
              </a:spcAft>
              <a:defRPr sz="800"/>
            </a:lvl2pPr>
            <a:lvl3pPr>
              <a:spcBef>
                <a:spcPts val="0"/>
              </a:spcBef>
              <a:spcAft>
                <a:spcPts val="300"/>
              </a:spcAft>
              <a:defRPr sz="800"/>
            </a:lvl3pPr>
            <a:lvl4pPr>
              <a:spcBef>
                <a:spcPts val="0"/>
              </a:spcBef>
              <a:spcAft>
                <a:spcPts val="300"/>
              </a:spcAft>
              <a:defRPr sz="800"/>
            </a:lvl4pPr>
            <a:lvl5pPr>
              <a:spcBef>
                <a:spcPts val="0"/>
              </a:spcBef>
              <a:spcAft>
                <a:spcPts val="300"/>
              </a:spcAft>
              <a:defRPr sz="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5" name="IBM_Replacement_Strength">
            <a:extLst>
              <a:ext uri="{FF2B5EF4-FFF2-40B4-BE49-F238E27FC236}">
                <a16:creationId xmlns:a16="http://schemas.microsoft.com/office/drawing/2014/main" id="{E81A6EB2-7214-A7C3-C6BB-2F0F488AE3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9323" y="2807142"/>
            <a:ext cx="2021770" cy="173446"/>
          </a:xfrm>
          <a:noFill/>
        </p:spPr>
        <p:txBody>
          <a:bodyPr/>
          <a:lstStyle>
            <a:lvl1pPr>
              <a:defRPr sz="1200" b="1" i="0">
                <a:solidFill>
                  <a:schemeClr val="accent2"/>
                </a:solidFill>
                <a:latin typeface="IBM Plex Serif" panose="02060503050406000203" pitchFamily="18" charset="0"/>
              </a:defRPr>
            </a:lvl1pPr>
            <a:lvl2pPr>
              <a:defRPr b="0" i="0">
                <a:latin typeface="IBM Plex Serif Light" panose="02060403050406000203" pitchFamily="18" charset="0"/>
              </a:defRPr>
            </a:lvl2pPr>
            <a:lvl3pPr>
              <a:defRPr b="0" i="0">
                <a:latin typeface="IBM Plex Serif Light" panose="02060403050406000203" pitchFamily="18" charset="0"/>
              </a:defRPr>
            </a:lvl3pPr>
            <a:lvl4pPr>
              <a:defRPr b="0" i="0">
                <a:latin typeface="IBM Plex Serif Light" panose="02060403050406000203" pitchFamily="18" charset="0"/>
              </a:defRPr>
            </a:lvl4pPr>
            <a:lvl5pPr>
              <a:defRPr b="0" i="0">
                <a:latin typeface="IBM Plex Serif Light" panose="02060403050406000203" pitchFamily="18" charset="0"/>
              </a:defRPr>
            </a:lvl5pPr>
          </a:lstStyle>
          <a:p>
            <a:pPr lvl="0"/>
            <a:r>
              <a:rPr lang="en-GB" dirty="0"/>
              <a:t>Replacement Option:</a:t>
            </a:r>
            <a:endParaRPr lang="en-AU" dirty="0"/>
          </a:p>
        </p:txBody>
      </p:sp>
      <p:sp>
        <p:nvSpPr>
          <p:cNvPr id="18" name="Broadcom_Product_Description">
            <a:extLst>
              <a:ext uri="{FF2B5EF4-FFF2-40B4-BE49-F238E27FC236}">
                <a16:creationId xmlns:a16="http://schemas.microsoft.com/office/drawing/2014/main" id="{426565D8-1C9F-74A2-14EC-DAE9985125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75593" y="872169"/>
            <a:ext cx="5580000" cy="2204538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/>
            </a:lvl1pPr>
            <a:lvl2pPr>
              <a:spcBef>
                <a:spcPts val="0"/>
              </a:spcBef>
              <a:spcAft>
                <a:spcPts val="300"/>
              </a:spcAft>
              <a:defRPr sz="800"/>
            </a:lvl2pPr>
            <a:lvl3pPr>
              <a:spcBef>
                <a:spcPts val="0"/>
              </a:spcBef>
              <a:spcAft>
                <a:spcPts val="300"/>
              </a:spcAft>
              <a:defRPr sz="800"/>
            </a:lvl3pPr>
            <a:lvl4pPr>
              <a:spcBef>
                <a:spcPts val="0"/>
              </a:spcBef>
              <a:spcAft>
                <a:spcPts val="300"/>
              </a:spcAft>
              <a:defRPr sz="800"/>
            </a:lvl4pPr>
            <a:lvl5pPr>
              <a:spcBef>
                <a:spcPts val="0"/>
              </a:spcBef>
              <a:spcAft>
                <a:spcPts val="300"/>
              </a:spcAft>
              <a:defRPr sz="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2" name="Broadcom_Product_Name"/>
          <p:cNvSpPr>
            <a:spLocks noGrp="1"/>
          </p:cNvSpPr>
          <p:nvPr>
            <p:ph type="title"/>
          </p:nvPr>
        </p:nvSpPr>
        <p:spPr>
          <a:xfrm>
            <a:off x="629323" y="1431413"/>
            <a:ext cx="2098169" cy="605251"/>
          </a:xfrm>
        </p:spPr>
        <p:txBody>
          <a:bodyPr/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GB" noProof="0" dirty="0"/>
              <a:t>Click to edit Master title style</a:t>
            </a:r>
            <a:endParaRPr lang="en-AU" noProof="0" dirty="0"/>
          </a:p>
        </p:txBody>
      </p:sp>
      <p:sp>
        <p:nvSpPr>
          <p:cNvPr id="15" name="Broadcom_Software_Type">
            <a:extLst>
              <a:ext uri="{FF2B5EF4-FFF2-40B4-BE49-F238E27FC236}">
                <a16:creationId xmlns:a16="http://schemas.microsoft.com/office/drawing/2014/main" id="{2DDE7C40-5D17-DC3A-40A5-1E761AA0FA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9323" y="877047"/>
            <a:ext cx="2098170" cy="153476"/>
          </a:xfrm>
        </p:spPr>
        <p:txBody>
          <a:bodyPr/>
          <a:lstStyle>
            <a:lvl1pPr>
              <a:defRPr sz="1000" b="1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None/>
              <a:defRPr sz="1000" b="1" i="0">
                <a:latin typeface="IBM Plex Sans" panose="020B0503050203000203" pitchFamily="34" charset="0"/>
              </a:defRPr>
            </a:lvl2pPr>
            <a:lvl3pPr>
              <a:defRPr sz="1000" b="1" i="0">
                <a:latin typeface="IBM Plex Sans" panose="020B0503050203000203" pitchFamily="34" charset="0"/>
              </a:defRPr>
            </a:lvl3pPr>
            <a:lvl4pPr>
              <a:defRPr sz="1000" b="1" i="0">
                <a:latin typeface="IBM Plex Sans" panose="020B0503050203000203" pitchFamily="34" charset="0"/>
              </a:defRPr>
            </a:lvl4pPr>
            <a:lvl5pPr>
              <a:defRPr sz="1000" b="1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Broadcom_Product_Category">
            <a:extLst>
              <a:ext uri="{FF2B5EF4-FFF2-40B4-BE49-F238E27FC236}">
                <a16:creationId xmlns:a16="http://schemas.microsoft.com/office/drawing/2014/main" id="{7F9E5750-76B6-44E4-4355-ACF7E4CF2A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9323" y="1042360"/>
            <a:ext cx="2098170" cy="195485"/>
          </a:xfrm>
        </p:spPr>
        <p:txBody>
          <a:bodyPr/>
          <a:lstStyle>
            <a:lvl1pPr>
              <a:defRPr sz="1000" b="1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defRPr sz="1000" b="1" i="0">
                <a:latin typeface="IBM Plex Sans" panose="020B0503050203000203" pitchFamily="34" charset="0"/>
              </a:defRPr>
            </a:lvl2pPr>
            <a:lvl3pPr>
              <a:defRPr sz="1000" b="1" i="0">
                <a:latin typeface="IBM Plex Sans" panose="020B0503050203000203" pitchFamily="34" charset="0"/>
              </a:defRPr>
            </a:lvl3pPr>
            <a:lvl4pPr>
              <a:defRPr sz="1000" b="1" i="0">
                <a:latin typeface="IBM Plex Sans" panose="020B0503050203000203" pitchFamily="34" charset="0"/>
              </a:defRPr>
            </a:lvl4pPr>
            <a:lvl5pPr>
              <a:defRPr sz="1000" b="1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AU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32024E-913D-B051-CDD2-B030CCE08FE1}"/>
              </a:ext>
            </a:extLst>
          </p:cNvPr>
          <p:cNvSpPr/>
          <p:nvPr userDrawn="1"/>
        </p:nvSpPr>
        <p:spPr bwMode="auto">
          <a:xfrm>
            <a:off x="629323" y="3183775"/>
            <a:ext cx="2045363" cy="67425"/>
          </a:xfrm>
          <a:prstGeom prst="rect">
            <a:avLst/>
          </a:prstGeom>
          <a:solidFill>
            <a:schemeClr val="accent2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327600" marR="0" indent="-327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1B221B7F-14ED-451B-E904-2B9972039A2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79" y="255829"/>
            <a:ext cx="252000" cy="3429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A87D89-BFE4-DF70-1A1C-500C8E51784E}"/>
              </a:ext>
            </a:extLst>
          </p:cNvPr>
          <p:cNvSpPr txBox="1"/>
          <p:nvPr userDrawn="1"/>
        </p:nvSpPr>
        <p:spPr>
          <a:xfrm>
            <a:off x="629323" y="266648"/>
            <a:ext cx="2085420" cy="20379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AU" sz="1100" b="1" i="0" dirty="0">
                <a:solidFill>
                  <a:schemeClr val="tx1"/>
                </a:solidFill>
                <a:latin typeface="IBM Plex Sans" panose="020B0503050203000203" pitchFamily="34" charset="0"/>
              </a:rPr>
              <a:t>Broadcom Exit 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496C23-38EC-F2E0-0274-6B025BC50791}"/>
              </a:ext>
            </a:extLst>
          </p:cNvPr>
          <p:cNvSpPr/>
          <p:nvPr userDrawn="1"/>
        </p:nvSpPr>
        <p:spPr bwMode="auto">
          <a:xfrm>
            <a:off x="629323" y="507940"/>
            <a:ext cx="2045363" cy="67425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327600" marR="0" indent="-327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05635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6">
            <a:extLst>
              <a:ext uri="{FF2B5EF4-FFF2-40B4-BE49-F238E27FC236}">
                <a16:creationId xmlns:a16="http://schemas.microsoft.com/office/drawing/2014/main" id="{50B95E40-BA00-7740-6156-F928249F6FF1}"/>
              </a:ext>
            </a:extLst>
          </p:cNvPr>
          <p:cNvGrpSpPr>
            <a:grpSpLocks/>
          </p:cNvGrpSpPr>
          <p:nvPr/>
        </p:nvGrpSpPr>
        <p:grpSpPr bwMode="auto">
          <a:xfrm>
            <a:off x="-593724" y="-600075"/>
            <a:ext cx="13433425" cy="8089900"/>
            <a:chOff x="-1187412" y="-1199111"/>
            <a:chExt cx="26870746" cy="1617864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E75BF0-EE05-93D1-60D9-C7FD22263AD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4867" y="-1199111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0680DE-39A8-AABE-1329-587C20480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278160" y="-1199111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CEAE2A7-05AC-0F4A-740C-5255201C6BF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822514" y="-1199111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34698D-2166-56EB-F884-C2A8FA4609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0373" y="-1199111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6F5B25-7C41-D22D-FBD1-6357F2DDB24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4867" y="13900112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25268FA-3D29-0EE2-B513-FE2FEB095FA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278160" y="13900112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59E0ED-3E5A-0610-24EE-51DFF97F65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822514" y="13900112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6D138A-74BE-B0D0-3484-E8E24D768EA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0373" y="13900112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82B7D0-877C-0C70-3D14-EE19A4004B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87412" y="6858464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3AB92F-2CA0-3CF8-F7D5-42ACCECED4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87412" y="3439234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AA69F07-117B-EC1A-DA89-D42526CE1C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87412" y="10277696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DDF7FBA-4157-2BB5-1CA8-A0C00D63E9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87412" y="556540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0F08CA7-7D33-3ECB-D246-ACC1C22B11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1187412" y="13157215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CA6544-3432-B7EE-669C-0CFCAA73BF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48134" y="6855290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93E342A-2172-0321-1C45-E5C93190631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48134" y="3436058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1E5A47-2962-2F91-F94B-68F2BF79458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48134" y="10274521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AB2F79-A633-A708-EA74-7EEDC70238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48134" y="556540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5D5B13-AD44-6BFE-1FB0-09AB2F6E42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48134" y="13154041"/>
              <a:ext cx="10352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1710522-6664-C87B-9B0E-3489DB7136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3978" y="-1199111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777A311-A145-ACF3-28CB-7E7EFB73D3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3978" y="13900112"/>
              <a:ext cx="0" cy="107942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Slide Number">
            <a:extLst>
              <a:ext uri="{FF2B5EF4-FFF2-40B4-BE49-F238E27FC236}">
                <a16:creationId xmlns:a16="http://schemas.microsoft.com/office/drawing/2014/main" id="{2A9134A5-7745-CEAA-1DBE-839674DE7FF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770011" y="6533278"/>
            <a:ext cx="134652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 defTabSz="914530" eaLnBrk="1" fontAlgn="auto" hangingPunct="1">
              <a:spcBef>
                <a:spcPts val="0"/>
              </a:spcBef>
              <a:spcAft>
                <a:spcPts val="0"/>
              </a:spcAft>
              <a:defRPr sz="800" b="0" i="0" smtClean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pPr>
              <a:defRPr/>
            </a:pPr>
            <a:fld id="{D9E1ED81-6738-4C40-AF98-DC6FC2D6B62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  <p:sp>
        <p:nvSpPr>
          <p:cNvPr id="48" name="Title Text">
            <a:extLst>
              <a:ext uri="{FF2B5EF4-FFF2-40B4-BE49-F238E27FC236}">
                <a16:creationId xmlns:a16="http://schemas.microsoft.com/office/drawing/2014/main" id="{4EDDD8C5-7D4B-DEC7-AF6A-A28E0BCC7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339" y="287338"/>
            <a:ext cx="11293474" cy="13255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r>
              <a:rPr lang="en-AU" noProof="0"/>
              <a:t>Title Text</a:t>
            </a:r>
          </a:p>
        </p:txBody>
      </p:sp>
      <p:sp>
        <p:nvSpPr>
          <p:cNvPr id="1029" name="Body Level One…">
            <a:extLst>
              <a:ext uri="{FF2B5EF4-FFF2-40B4-BE49-F238E27FC236}">
                <a16:creationId xmlns:a16="http://schemas.microsoft.com/office/drawing/2014/main" id="{BB665882-04A9-9779-15C6-BB9A17548FE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287339" y="1663702"/>
            <a:ext cx="11293474" cy="433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>
                <a:sym typeface="IBM Plex Sans Light" panose="020B0403050203000203" pitchFamily="34" charset="0"/>
              </a:rPr>
              <a:t>Body Level One</a:t>
            </a:r>
          </a:p>
          <a:p>
            <a:pPr lvl="1"/>
            <a:r>
              <a:rPr lang="en-AU" altLang="en-US">
                <a:sym typeface="IBM Plex Sans Light" panose="020B0403050203000203" pitchFamily="34" charset="0"/>
              </a:rPr>
              <a:t>Body Level Two</a:t>
            </a:r>
          </a:p>
          <a:p>
            <a:pPr lvl="2"/>
            <a:r>
              <a:rPr lang="en-AU" altLang="en-US">
                <a:sym typeface="IBM Plex Sans Light" panose="020B0403050203000203" pitchFamily="34" charset="0"/>
              </a:rPr>
              <a:t>Body Level Three</a:t>
            </a:r>
          </a:p>
          <a:p>
            <a:pPr lvl="3"/>
            <a:r>
              <a:rPr lang="en-AU" altLang="en-US">
                <a:sym typeface="IBM Plex Sans Light" panose="020B0403050203000203" pitchFamily="34" charset="0"/>
              </a:rPr>
              <a:t>Body Level Four</a:t>
            </a:r>
          </a:p>
        </p:txBody>
      </p:sp>
      <p:sp>
        <p:nvSpPr>
          <p:cNvPr id="1030" name="TextBox 27">
            <a:extLst>
              <a:ext uri="{FF2B5EF4-FFF2-40B4-BE49-F238E27FC236}">
                <a16:creationId xmlns:a16="http://schemas.microsoft.com/office/drawing/2014/main" id="{8BC8C1EF-CBA5-76B9-D251-85DF778F2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7" y="6534150"/>
            <a:ext cx="35274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1217613"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BM Plex Sans Light" panose="020B0403050203000203" pitchFamily="34" charset="0"/>
              </a:defRPr>
            </a:lvl9pPr>
          </a:lstStyle>
          <a:p>
            <a:pPr eaLnBrk="1" hangingPunct="1">
              <a:buSzPct val="100000"/>
            </a:pPr>
            <a:r>
              <a:rPr lang="en-AU" altLang="en-US" sz="800" dirty="0">
                <a:cs typeface="Arial" panose="020B0604020202020204" pitchFamily="34" charset="0"/>
              </a:rPr>
              <a:t>© 2026 IBM CORPORATION | COMMERCIAL IN CONFIDENCE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87" r:id="rId1"/>
  </p:sldLayoutIdLst>
  <p:transition spd="med"/>
  <p:hf hdr="0" ftr="0" dt="0"/>
  <p:txStyles>
    <p:titleStyle>
      <a:lvl1pPr algn="l" defTabSz="1217644" rtl="0" eaLnBrk="1" fontAlgn="base" hangingPunct="1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IBM Plex Sans Light" panose="020B0403050203000203" pitchFamily="34" charset="0"/>
          <a:ea typeface="+mj-ea"/>
          <a:cs typeface="+mj-cs"/>
          <a:sym typeface="IBM Plex Sans Light" panose="020B0403050203000203" pitchFamily="34" charset="0"/>
        </a:defRPr>
      </a:lvl1pPr>
      <a:lvl2pPr algn="l" defTabSz="1217644" rtl="0" eaLnBrk="1" fontAlgn="base" hangingPunct="1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  <a:sym typeface="IBM Plex Sans Light" panose="020B0403050203000203" pitchFamily="34" charset="0"/>
        </a:defRPr>
      </a:lvl2pPr>
      <a:lvl3pPr algn="l" defTabSz="1217644" rtl="0" eaLnBrk="1" fontAlgn="base" hangingPunct="1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  <a:sym typeface="IBM Plex Sans Light" panose="020B0403050203000203" pitchFamily="34" charset="0"/>
        </a:defRPr>
      </a:lvl3pPr>
      <a:lvl4pPr algn="l" defTabSz="1217644" rtl="0" eaLnBrk="1" fontAlgn="base" hangingPunct="1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  <a:sym typeface="IBM Plex Sans Light" panose="020B0403050203000203" pitchFamily="34" charset="0"/>
        </a:defRPr>
      </a:lvl4pPr>
      <a:lvl5pPr algn="l" defTabSz="1217644" rtl="0" eaLnBrk="1" fontAlgn="base" hangingPunct="1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  <a:sym typeface="IBM Plex Sans Light" panose="020B0403050203000203" pitchFamily="34" charset="0"/>
        </a:defRPr>
      </a:lvl5pPr>
      <a:lvl6pPr marL="0" marR="0" indent="181253" algn="l" defTabSz="1218987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506" algn="l" defTabSz="1218987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58" algn="l" defTabSz="1218987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5011" algn="l" defTabSz="1218987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algn="l" defTabSz="1217644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defRPr>
          <a:solidFill>
            <a:schemeClr val="tx1"/>
          </a:solidFill>
          <a:latin typeface="IBM Plex Sans Light" panose="020B0403050203000203" pitchFamily="34" charset="0"/>
          <a:ea typeface="+mj-ea"/>
          <a:cs typeface="+mj-cs"/>
          <a:sym typeface="IBM Plex Sans Light" panose="020B0403050203000203" pitchFamily="34" charset="0"/>
        </a:defRPr>
      </a:lvl1pPr>
      <a:lvl2pPr marL="163517" indent="-163517" algn="l" defTabSz="1217644" rtl="0" eaLnBrk="1" fontAlgn="base" hangingPunct="1">
        <a:spcBef>
          <a:spcPct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>
          <a:solidFill>
            <a:schemeClr val="tx1"/>
          </a:solidFill>
          <a:latin typeface="IBM Plex Sans Light" panose="020B0403050203000203" pitchFamily="34" charset="0"/>
          <a:ea typeface="+mj-ea"/>
          <a:cs typeface="+mj-cs"/>
          <a:sym typeface="IBM Plex Sans Light" panose="020B0403050203000203" pitchFamily="34" charset="0"/>
        </a:defRPr>
      </a:lvl2pPr>
      <a:lvl3pPr marL="328621" indent="-163517" algn="l" defTabSz="1217644" rtl="0" eaLnBrk="1" fontAlgn="base" hangingPunct="1">
        <a:spcBef>
          <a:spcPct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>
          <a:solidFill>
            <a:schemeClr val="tx1"/>
          </a:solidFill>
          <a:latin typeface="IBM Plex Sans Light" panose="020B0403050203000203" pitchFamily="34" charset="0"/>
          <a:ea typeface="+mj-ea"/>
          <a:cs typeface="+mj-cs"/>
          <a:sym typeface="IBM Plex Sans Light" panose="020B0403050203000203" pitchFamily="34" charset="0"/>
        </a:defRPr>
      </a:lvl3pPr>
      <a:lvl4pPr marL="492138" indent="-163517" algn="l" defTabSz="1217644" rtl="0" eaLnBrk="1" fontAlgn="base" hangingPunct="1">
        <a:spcBef>
          <a:spcPct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>
          <a:solidFill>
            <a:schemeClr val="tx1"/>
          </a:solidFill>
          <a:latin typeface="IBM Plex Sans Light" panose="020B0403050203000203" pitchFamily="34" charset="0"/>
          <a:ea typeface="+mj-ea"/>
          <a:cs typeface="+mj-cs"/>
          <a:sym typeface="IBM Plex Sans Light" panose="020B0403050203000203" pitchFamily="34" charset="0"/>
        </a:defRPr>
      </a:lvl4pPr>
      <a:lvl5pPr marL="341322" algn="l" defTabSz="1217644" rtl="0" eaLnBrk="1" fontAlgn="base" hangingPunct="1">
        <a:lnSpc>
          <a:spcPct val="110000"/>
        </a:lnSpc>
        <a:spcBef>
          <a:spcPts val="1450"/>
        </a:spcBef>
        <a:spcAft>
          <a:spcPct val="0"/>
        </a:spcAft>
        <a:buSzPct val="100000"/>
        <a:buFont typeface="Arial" panose="020B0604020202020204" pitchFamily="34" charset="0"/>
        <a:defRPr>
          <a:solidFill>
            <a:srgbClr val="000000"/>
          </a:solidFill>
          <a:latin typeface="+mj-lt"/>
          <a:ea typeface="+mj-ea"/>
          <a:cs typeface="+mj-cs"/>
          <a:sym typeface="IBM Plex Sans Light" panose="020B0403050203000203" pitchFamily="34" charset="0"/>
        </a:defRPr>
      </a:lvl5pPr>
      <a:lvl6pPr marL="921369" marR="0" indent="-194471" algn="l" defTabSz="1218987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1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622" marR="0" indent="-194471" algn="l" defTabSz="1218987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1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75" marR="0" indent="-194471" algn="l" defTabSz="1218987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1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127" marR="0" indent="-194471" algn="l" defTabSz="1218987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1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5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30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97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62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29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94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60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725" algn="r" defTabSz="9144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A4CEC0C-8CF1-473F-ECD0-2A995CA2F1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E00F2C8-DDB0-F9A8-FC67-FC8167AB83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1A1E09A-47A1-00D4-4B7A-8A508C18E69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9E5658-A88F-427A-4964-24E8480429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F72E98C-8018-6A7D-053B-2855942286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BE8C16-7049-7BF6-4683-65088FDF71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D554EF6-5C95-4500-2E1F-885A0596B3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17B9DA2-554B-40EE-6979-84D605E8C4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A2D3BAD-005D-6C97-AED0-5BB35B89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2DDE93-9E9F-EC3D-335A-B5A93EAA5F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8D1EA5D-D90D-E036-C37E-2105562E84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4161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enablement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327600" marR="0" indent="-327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Char char="•"/>
          <a:tabLst/>
          <a:defRPr kumimoji="0" sz="20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algn="l" defTabSz="2438400">
          <a:buSzPct val="100000"/>
          <a:defRPr sz="2400" dirty="0" smtClean="0">
            <a:cs typeface="Arial" panose="020B0604020202020204" pitchFamily="34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temrp" id="{F6968545-32CC-F347-A694-63938AEEEF69}" vid="{E5D27BAB-F5EA-EB47-97DA-82C06B29905D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enablement template</Template>
  <TotalTime>24133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IBM Plex Serif</vt:lpstr>
      <vt:lpstr>IBM Plex Sans Light</vt:lpstr>
      <vt:lpstr>IBM Plex Serif Light</vt:lpstr>
      <vt:lpstr>IBM Plex Sans</vt:lpstr>
      <vt:lpstr>IBM presentation enablement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Cusch</dc:creator>
  <cp:keywords/>
  <dc:description/>
  <cp:lastModifiedBy>Paul Cusch</cp:lastModifiedBy>
  <cp:revision>248</cp:revision>
  <cp:lastPrinted>2026-08-04T00:14:32Z</cp:lastPrinted>
  <dcterms:created xsi:type="dcterms:W3CDTF">2026-07-28T02:05:57Z</dcterms:created>
  <dcterms:modified xsi:type="dcterms:W3CDTF">2026-09-20T08:44:30Z</dcterms:modified>
  <cp:category/>
</cp:coreProperties>
</file>